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ileron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600491" y="7137907"/>
            <a:ext cx="8385425" cy="7519424"/>
          </a:xfrm>
          <a:custGeom>
            <a:avLst/>
            <a:gdLst/>
            <a:ahLst/>
            <a:cxnLst/>
            <a:rect l="l" t="t" r="r" b="b"/>
            <a:pathLst>
              <a:path w="8385425" h="7519424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851693" y="-4691687"/>
            <a:ext cx="8385425" cy="7519424"/>
          </a:xfrm>
          <a:custGeom>
            <a:avLst/>
            <a:gdLst/>
            <a:ahLst/>
            <a:cxnLst/>
            <a:rect l="l" t="t" r="r" b="b"/>
            <a:pathLst>
              <a:path w="8385425" h="7519424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39449" flipH="1">
            <a:off x="12609182" y="6907545"/>
            <a:ext cx="8105660" cy="6172200"/>
          </a:xfrm>
          <a:custGeom>
            <a:avLst/>
            <a:gdLst/>
            <a:ahLst/>
            <a:cxnLst/>
            <a:rect l="l" t="t" r="r" b="b"/>
            <a:pathLst>
              <a:path w="8105660" h="617220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739449" flipH="1">
            <a:off x="-3269937" y="-3219997"/>
            <a:ext cx="8105660" cy="6172200"/>
          </a:xfrm>
          <a:custGeom>
            <a:avLst/>
            <a:gdLst/>
            <a:ahLst/>
            <a:cxnLst/>
            <a:rect l="l" t="t" r="r" b="b"/>
            <a:pathLst>
              <a:path w="8105660" h="617220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634754" y="8840219"/>
            <a:ext cx="6131540" cy="4114800"/>
          </a:xfrm>
          <a:custGeom>
            <a:avLst/>
            <a:gdLst/>
            <a:ahLst/>
            <a:cxnLst/>
            <a:rect l="l" t="t" r="r" b="b"/>
            <a:pathLst>
              <a:path w="6131540" h="411480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324018" y="5878845"/>
            <a:ext cx="7828407" cy="8229600"/>
          </a:xfrm>
          <a:custGeom>
            <a:avLst/>
            <a:gdLst/>
            <a:ahLst/>
            <a:cxnLst/>
            <a:rect l="l" t="t" r="r" b="b"/>
            <a:pathLst>
              <a:path w="7828407" h="8229600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725522" y="171450"/>
            <a:ext cx="1301849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TITLE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74343" y="-4248697"/>
            <a:ext cx="7828407" cy="8229600"/>
          </a:xfrm>
          <a:custGeom>
            <a:avLst/>
            <a:gdLst/>
            <a:ahLst/>
            <a:cxnLst/>
            <a:rect l="l" t="t" r="r" b="b"/>
            <a:pathLst>
              <a:path w="7828407" h="8229600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313595" y="8229600"/>
            <a:ext cx="5287710" cy="4114800"/>
          </a:xfrm>
          <a:custGeom>
            <a:avLst/>
            <a:gdLst/>
            <a:ahLst/>
            <a:cxnLst/>
            <a:rect l="l" t="t" r="r" b="b"/>
            <a:pathLst>
              <a:path w="5287710" h="411480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Aileron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White Grunge Project Presentation</dc:title>
  <cp:lastModifiedBy>Amir Hossein Danesh</cp:lastModifiedBy>
  <cp:revision>1</cp:revision>
  <dcterms:created xsi:type="dcterms:W3CDTF">2006-08-16T00:00:00Z</dcterms:created>
  <dcterms:modified xsi:type="dcterms:W3CDTF">2026-08-06T20:58:10Z</dcterms:modified>
  <dc:identifier>DAHRc7O34vw</dc:identifier>
</cp:coreProperties>
</file>