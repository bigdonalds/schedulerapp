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Bobby Jones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46224" y="606823"/>
            <a:ext cx="9365237" cy="121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37"/>
              </a:lnSpc>
            </a:pPr>
            <a:r>
              <a:rPr lang="en-US" sz="10421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TITLE</a:t>
            </a:r>
          </a:p>
        </p:txBody>
      </p:sp>
      <p:sp>
        <p:nvSpPr>
          <p:cNvPr id="3" name="Freeform 3"/>
          <p:cNvSpPr/>
          <p:nvPr/>
        </p:nvSpPr>
        <p:spPr>
          <a:xfrm rot="-9248010">
            <a:off x="11253535" y="6737831"/>
            <a:ext cx="6965346" cy="6228181"/>
          </a:xfrm>
          <a:custGeom>
            <a:avLst/>
            <a:gdLst/>
            <a:ahLst/>
            <a:cxnLst/>
            <a:rect l="l" t="t" r="r" b="b"/>
            <a:pathLst>
              <a:path w="6965346" h="6228181">
                <a:moveTo>
                  <a:pt x="0" y="0"/>
                </a:moveTo>
                <a:lnTo>
                  <a:pt x="6965346" y="0"/>
                </a:lnTo>
                <a:lnTo>
                  <a:pt x="6965346" y="6228181"/>
                </a:lnTo>
                <a:lnTo>
                  <a:pt x="0" y="6228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390491">
            <a:off x="14974241" y="2305683"/>
            <a:ext cx="6965346" cy="7967984"/>
          </a:xfrm>
          <a:custGeom>
            <a:avLst/>
            <a:gdLst/>
            <a:ahLst/>
            <a:cxnLst/>
            <a:rect l="l" t="t" r="r" b="b"/>
            <a:pathLst>
              <a:path w="6965346" h="7967984">
                <a:moveTo>
                  <a:pt x="0" y="0"/>
                </a:moveTo>
                <a:lnTo>
                  <a:pt x="6965346" y="0"/>
                </a:lnTo>
                <a:lnTo>
                  <a:pt x="6965346" y="7967984"/>
                </a:lnTo>
                <a:lnTo>
                  <a:pt x="0" y="796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2125556">
            <a:off x="16694961" y="4748228"/>
            <a:ext cx="912636" cy="534307"/>
          </a:xfrm>
          <a:custGeom>
            <a:avLst/>
            <a:gdLst/>
            <a:ahLst/>
            <a:cxnLst/>
            <a:rect l="l" t="t" r="r" b="b"/>
            <a:pathLst>
              <a:path w="912636" h="534307">
                <a:moveTo>
                  <a:pt x="0" y="0"/>
                </a:moveTo>
                <a:lnTo>
                  <a:pt x="912636" y="0"/>
                </a:lnTo>
                <a:lnTo>
                  <a:pt x="912636" y="534306"/>
                </a:lnTo>
                <a:lnTo>
                  <a:pt x="0" y="5343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400000">
            <a:off x="13257074" y="-2711172"/>
            <a:ext cx="6965346" cy="6228181"/>
          </a:xfrm>
          <a:custGeom>
            <a:avLst/>
            <a:gdLst/>
            <a:ahLst/>
            <a:cxnLst/>
            <a:rect l="l" t="t" r="r" b="b"/>
            <a:pathLst>
              <a:path w="6965346" h="6228181">
                <a:moveTo>
                  <a:pt x="0" y="0"/>
                </a:moveTo>
                <a:lnTo>
                  <a:pt x="6965347" y="0"/>
                </a:lnTo>
                <a:lnTo>
                  <a:pt x="6965347" y="6228181"/>
                </a:lnTo>
                <a:lnTo>
                  <a:pt x="0" y="6228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400000">
            <a:off x="15342183" y="7189198"/>
            <a:ext cx="3482673" cy="3058420"/>
          </a:xfrm>
          <a:custGeom>
            <a:avLst/>
            <a:gdLst/>
            <a:ahLst/>
            <a:cxnLst/>
            <a:rect l="l" t="t" r="r" b="b"/>
            <a:pathLst>
              <a:path w="3482673" h="3058420">
                <a:moveTo>
                  <a:pt x="0" y="0"/>
                </a:moveTo>
                <a:lnTo>
                  <a:pt x="3482673" y="0"/>
                </a:lnTo>
                <a:lnTo>
                  <a:pt x="3482673" y="3058420"/>
                </a:lnTo>
                <a:lnTo>
                  <a:pt x="0" y="3058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1551989">
            <a:off x="-344655" y="-2869575"/>
            <a:ext cx="6965346" cy="6228181"/>
          </a:xfrm>
          <a:custGeom>
            <a:avLst/>
            <a:gdLst/>
            <a:ahLst/>
            <a:cxnLst/>
            <a:rect l="l" t="t" r="r" b="b"/>
            <a:pathLst>
              <a:path w="6965346" h="6228181">
                <a:moveTo>
                  <a:pt x="0" y="0"/>
                </a:moveTo>
                <a:lnTo>
                  <a:pt x="6965347" y="0"/>
                </a:lnTo>
                <a:lnTo>
                  <a:pt x="6965347" y="6228180"/>
                </a:lnTo>
                <a:lnTo>
                  <a:pt x="0" y="6228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9409508">
            <a:off x="-3878402" y="-210068"/>
            <a:ext cx="6965346" cy="7967984"/>
          </a:xfrm>
          <a:custGeom>
            <a:avLst/>
            <a:gdLst/>
            <a:ahLst/>
            <a:cxnLst/>
            <a:rect l="l" t="t" r="r" b="b"/>
            <a:pathLst>
              <a:path w="6965346" h="7967984">
                <a:moveTo>
                  <a:pt x="0" y="0"/>
                </a:moveTo>
                <a:lnTo>
                  <a:pt x="6965346" y="0"/>
                </a:lnTo>
                <a:lnTo>
                  <a:pt x="6965346" y="7967984"/>
                </a:lnTo>
                <a:lnTo>
                  <a:pt x="0" y="7967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8674443">
            <a:off x="453588" y="4781065"/>
            <a:ext cx="912636" cy="534307"/>
          </a:xfrm>
          <a:custGeom>
            <a:avLst/>
            <a:gdLst/>
            <a:ahLst/>
            <a:cxnLst/>
            <a:rect l="l" t="t" r="r" b="b"/>
            <a:pathLst>
              <a:path w="912636" h="534307">
                <a:moveTo>
                  <a:pt x="0" y="0"/>
                </a:moveTo>
                <a:lnTo>
                  <a:pt x="912636" y="0"/>
                </a:lnTo>
                <a:lnTo>
                  <a:pt x="912636" y="534307"/>
                </a:lnTo>
                <a:lnTo>
                  <a:pt x="0" y="5343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5400000">
            <a:off x="-2161236" y="6546590"/>
            <a:ext cx="6965346" cy="6228181"/>
          </a:xfrm>
          <a:custGeom>
            <a:avLst/>
            <a:gdLst/>
            <a:ahLst/>
            <a:cxnLst/>
            <a:rect l="l" t="t" r="r" b="b"/>
            <a:pathLst>
              <a:path w="6965346" h="6228181">
                <a:moveTo>
                  <a:pt x="0" y="0"/>
                </a:moveTo>
                <a:lnTo>
                  <a:pt x="6965347" y="0"/>
                </a:lnTo>
                <a:lnTo>
                  <a:pt x="6965347" y="6228181"/>
                </a:lnTo>
                <a:lnTo>
                  <a:pt x="0" y="6228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5400000">
            <a:off x="-763671" y="-184019"/>
            <a:ext cx="3482673" cy="3058420"/>
          </a:xfrm>
          <a:custGeom>
            <a:avLst/>
            <a:gdLst/>
            <a:ahLst/>
            <a:cxnLst/>
            <a:rect l="l" t="t" r="r" b="b"/>
            <a:pathLst>
              <a:path w="3482673" h="3058420">
                <a:moveTo>
                  <a:pt x="0" y="0"/>
                </a:moveTo>
                <a:lnTo>
                  <a:pt x="3482673" y="0"/>
                </a:lnTo>
                <a:lnTo>
                  <a:pt x="3482673" y="3058420"/>
                </a:lnTo>
                <a:lnTo>
                  <a:pt x="0" y="3058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3717744">
            <a:off x="16304980" y="-919901"/>
            <a:ext cx="3482673" cy="4706315"/>
          </a:xfrm>
          <a:custGeom>
            <a:avLst/>
            <a:gdLst/>
            <a:ahLst/>
            <a:cxnLst/>
            <a:rect l="l" t="t" r="r" b="b"/>
            <a:pathLst>
              <a:path w="3482673" h="4706315">
                <a:moveTo>
                  <a:pt x="0" y="0"/>
                </a:moveTo>
                <a:lnTo>
                  <a:pt x="3482673" y="0"/>
                </a:lnTo>
                <a:lnTo>
                  <a:pt x="3482673" y="4706315"/>
                </a:lnTo>
                <a:lnTo>
                  <a:pt x="0" y="4706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Bobby Jones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Watercolor Creative Modern Creative Project Ppt Presentation</dc:title>
  <cp:lastModifiedBy>Amir Hossein Danesh</cp:lastModifiedBy>
  <cp:revision>1</cp:revision>
  <dcterms:created xsi:type="dcterms:W3CDTF">2006-08-16T00:00:00Z</dcterms:created>
  <dcterms:modified xsi:type="dcterms:W3CDTF">2026-08-06T20:59:47Z</dcterms:modified>
  <dc:identifier>DAHRcko8SHE</dc:identifier>
</cp:coreProperties>
</file>