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18288000" cy="10287000"/>
  <p:notesSz cx="6858000" cy="9144000"/>
  <p:embeddedFontLst>
    <p:embeddedFont>
      <p:font typeface="Public Sans Bold" panose="020B0604020202020204" charset="0"/>
      <p:regular r:id="rId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5" d="100"/>
          <a:sy n="45" d="100"/>
        </p:scale>
        <p:origin x="620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font" Target="fonts/font1.fntdata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893957" y="-819247"/>
            <a:ext cx="4788085" cy="5256381"/>
          </a:xfrm>
          <a:custGeom>
            <a:avLst/>
            <a:gdLst/>
            <a:ahLst/>
            <a:cxnLst/>
            <a:rect l="l" t="t" r="r" b="b"/>
            <a:pathLst>
              <a:path w="4788085" h="5256381">
                <a:moveTo>
                  <a:pt x="0" y="0"/>
                </a:moveTo>
                <a:lnTo>
                  <a:pt x="4788086" y="0"/>
                </a:lnTo>
                <a:lnTo>
                  <a:pt x="4788086" y="5256381"/>
                </a:lnTo>
                <a:lnTo>
                  <a:pt x="0" y="52563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6306800" y="7039323"/>
            <a:ext cx="2682658" cy="3688654"/>
          </a:xfrm>
          <a:custGeom>
            <a:avLst/>
            <a:gdLst/>
            <a:ahLst/>
            <a:cxnLst/>
            <a:rect l="l" t="t" r="r" b="b"/>
            <a:pathLst>
              <a:path w="2682658" h="3688654">
                <a:moveTo>
                  <a:pt x="0" y="0"/>
                </a:moveTo>
                <a:lnTo>
                  <a:pt x="2682658" y="0"/>
                </a:lnTo>
                <a:lnTo>
                  <a:pt x="2682658" y="3688655"/>
                </a:lnTo>
                <a:lnTo>
                  <a:pt x="0" y="368865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-2221312" y="3510310"/>
            <a:ext cx="5060979" cy="7462570"/>
          </a:xfrm>
          <a:custGeom>
            <a:avLst/>
            <a:gdLst/>
            <a:ahLst/>
            <a:cxnLst/>
            <a:rect l="l" t="t" r="r" b="b"/>
            <a:pathLst>
              <a:path w="5060979" h="7462570">
                <a:moveTo>
                  <a:pt x="5060980" y="0"/>
                </a:moveTo>
                <a:lnTo>
                  <a:pt x="0" y="0"/>
                </a:lnTo>
                <a:lnTo>
                  <a:pt x="0" y="7462569"/>
                </a:lnTo>
                <a:lnTo>
                  <a:pt x="5060980" y="7462569"/>
                </a:lnTo>
                <a:lnTo>
                  <a:pt x="506098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875056" y="508533"/>
            <a:ext cx="1929223" cy="1816977"/>
          </a:xfrm>
          <a:custGeom>
            <a:avLst/>
            <a:gdLst/>
            <a:ahLst/>
            <a:cxnLst/>
            <a:rect l="l" t="t" r="r" b="b"/>
            <a:pathLst>
              <a:path w="1929223" h="1816977">
                <a:moveTo>
                  <a:pt x="0" y="0"/>
                </a:moveTo>
                <a:lnTo>
                  <a:pt x="1929223" y="0"/>
                </a:lnTo>
                <a:lnTo>
                  <a:pt x="1929223" y="1816977"/>
                </a:lnTo>
                <a:lnTo>
                  <a:pt x="0" y="18169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21663" y="6291608"/>
            <a:ext cx="1723793" cy="1899972"/>
          </a:xfrm>
          <a:custGeom>
            <a:avLst/>
            <a:gdLst/>
            <a:ahLst/>
            <a:cxnLst/>
            <a:rect l="l" t="t" r="r" b="b"/>
            <a:pathLst>
              <a:path w="1723793" h="1899972">
                <a:moveTo>
                  <a:pt x="0" y="0"/>
                </a:moveTo>
                <a:lnTo>
                  <a:pt x="1723793" y="0"/>
                </a:lnTo>
                <a:lnTo>
                  <a:pt x="1723793" y="1899973"/>
                </a:lnTo>
                <a:lnTo>
                  <a:pt x="0" y="189997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17567941" y="515246"/>
            <a:ext cx="152400" cy="18097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b="1">
                <a:solidFill>
                  <a:srgbClr val="323232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Custom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Public Sans Bold</vt:lpstr>
      <vt:lpstr>Calibri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Peach and Green Organic Shapes Meditation Workshop Webinar Keynote Presentation</dc:title>
  <cp:lastModifiedBy>Amir Hossein Danesh</cp:lastModifiedBy>
  <cp:revision>2</cp:revision>
  <dcterms:created xsi:type="dcterms:W3CDTF">2006-08-16T00:00:00Z</dcterms:created>
  <dcterms:modified xsi:type="dcterms:W3CDTF">2026-08-10T20:20:36Z</dcterms:modified>
  <dc:identifier>DAHRc96p_NU</dc:identifier>
</cp:coreProperties>
</file>