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DM Sans Bold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36549" y="852085"/>
            <a:ext cx="10014901" cy="90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Title</a:t>
            </a:r>
          </a:p>
        </p:txBody>
      </p:sp>
      <p:sp>
        <p:nvSpPr>
          <p:cNvPr id="3" name="Freeform 3"/>
          <p:cNvSpPr/>
          <p:nvPr/>
        </p:nvSpPr>
        <p:spPr>
          <a:xfrm>
            <a:off x="-2329398" y="901798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847044" y="9882374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494772" y="90179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763398" y="-1534296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801533" y="-3053980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495522" y="-3297794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861154" y="-2102294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494810" y="2371030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2570549" y="949682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5282649">
            <a:off x="16596506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7259300" y="-971659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DM Sans Bold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Doodle Project Presentation</dc:title>
  <cp:lastModifiedBy>Amir Hossein Danesh</cp:lastModifiedBy>
  <cp:revision>1</cp:revision>
  <dcterms:created xsi:type="dcterms:W3CDTF">2006-08-16T00:00:00Z</dcterms:created>
  <dcterms:modified xsi:type="dcterms:W3CDTF">2026-08-06T20:58:48Z</dcterms:modified>
  <dc:identifier>DAHRc_Y9SEg</dc:identifier>
</cp:coreProperties>
</file>