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18288000" cy="10287000"/>
  <p:notesSz cx="6858000" cy="9144000"/>
  <p:embeddedFontLst>
    <p:embeddedFont>
      <p:font typeface="Proxima Nova Bold" panose="020B0604020202020204" charset="0"/>
      <p:regular r:id="rId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5" d="100"/>
          <a:sy n="45" d="100"/>
        </p:scale>
        <p:origin x="620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font" Target="fonts/font1.fntdata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057400" y="-125896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-1702233" y="-903796"/>
            <a:ext cx="3404467" cy="3404467"/>
          </a:xfrm>
          <a:custGeom>
            <a:avLst/>
            <a:gdLst/>
            <a:ahLst/>
            <a:cxnLst/>
            <a:rect l="l" t="t" r="r" b="b"/>
            <a:pathLst>
              <a:path w="3404467" h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4085116" y="171450"/>
            <a:ext cx="10117768" cy="1543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sz="9000" b="1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TITLE</a:t>
            </a:r>
          </a:p>
        </p:txBody>
      </p:sp>
      <p:sp>
        <p:nvSpPr>
          <p:cNvPr id="5" name="Freeform 5"/>
          <p:cNvSpPr/>
          <p:nvPr/>
        </p:nvSpPr>
        <p:spPr>
          <a:xfrm>
            <a:off x="16230600" y="72009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6585767" y="7556067"/>
            <a:ext cx="3404467" cy="3404467"/>
          </a:xfrm>
          <a:custGeom>
            <a:avLst/>
            <a:gdLst/>
            <a:ahLst/>
            <a:cxnLst/>
            <a:rect l="l" t="t" r="r" b="b"/>
            <a:pathLst>
              <a:path w="3404467" h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>
            <a:off x="12319137" y="9258300"/>
            <a:ext cx="3911463" cy="3911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16998733" y="7969033"/>
            <a:ext cx="2578533" cy="2578533"/>
          </a:xfrm>
          <a:custGeom>
            <a:avLst/>
            <a:gdLst/>
            <a:ahLst/>
            <a:cxnLst/>
            <a:rect l="l" t="t" r="r" b="b"/>
            <a:pathLst>
              <a:path w="2578533" h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-1289267" y="-490830"/>
            <a:ext cx="2578533" cy="2578533"/>
          </a:xfrm>
          <a:custGeom>
            <a:avLst/>
            <a:gdLst/>
            <a:ahLst/>
            <a:cxnLst/>
            <a:rect l="l" t="t" r="r" b="b"/>
            <a:pathLst>
              <a:path w="2578533" h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2" name="Group 12"/>
          <p:cNvGrpSpPr/>
          <p:nvPr/>
        </p:nvGrpSpPr>
        <p:grpSpPr>
          <a:xfrm>
            <a:off x="2129385" y="-2859528"/>
            <a:ext cx="3911463" cy="3911463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Custom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Calibri</vt:lpstr>
      <vt:lpstr>Proxima Nova Bold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Grey Black Minimalist Simple Project Presentation</dc:title>
  <cp:lastModifiedBy>Amir Hossein Danesh</cp:lastModifiedBy>
  <cp:revision>1</cp:revision>
  <dcterms:created xsi:type="dcterms:W3CDTF">2006-08-16T00:00:00Z</dcterms:created>
  <dcterms:modified xsi:type="dcterms:W3CDTF">2026-08-06T21:00:32Z</dcterms:modified>
  <dc:identifier>DAHRc2BkCRg</dc:identifier>
</cp:coreProperties>
</file>