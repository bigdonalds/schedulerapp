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Dynapuff Condense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70618" y="6964937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254823" y="-650497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418111" y="-926346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871894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824038" y="435729"/>
            <a:ext cx="14639924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spc="89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TITLE</a:t>
            </a:r>
          </a:p>
        </p:txBody>
      </p:sp>
      <p:sp>
        <p:nvSpPr>
          <p:cNvPr id="7" name="Freeform 7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4418111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Dynapuff Condensed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and  Dark Brown Aesthetic Abstract Corner Project Presentation</dc:title>
  <cp:lastModifiedBy>Amir Hossein Danesh</cp:lastModifiedBy>
  <cp:revision>1</cp:revision>
  <dcterms:created xsi:type="dcterms:W3CDTF">2006-08-16T00:00:00Z</dcterms:created>
  <dcterms:modified xsi:type="dcterms:W3CDTF">2026-08-06T21:00:08Z</dcterms:modified>
  <dc:identifier>DAHRc0MKYV8</dc:identifier>
</cp:coreProperties>
</file>