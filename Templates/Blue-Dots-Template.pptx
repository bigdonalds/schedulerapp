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774190" y="-918582"/>
            <a:ext cx="4360053" cy="4114800"/>
          </a:xfrm>
          <a:custGeom>
            <a:avLst/>
            <a:gdLst/>
            <a:ahLst/>
            <a:cxnLst/>
            <a:rect l="l" t="t" r="r" b="b"/>
            <a:pathLst>
              <a:path w="4360053" h="4114800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25606" y="2803493"/>
            <a:ext cx="1645692" cy="1642700"/>
          </a:xfrm>
          <a:custGeom>
            <a:avLst/>
            <a:gdLst/>
            <a:ahLst/>
            <a:cxnLst/>
            <a:rect l="l" t="t" r="r" b="b"/>
            <a:pathLst>
              <a:path w="1645692" h="1642700">
                <a:moveTo>
                  <a:pt x="0" y="0"/>
                </a:moveTo>
                <a:lnTo>
                  <a:pt x="1645692" y="0"/>
                </a:lnTo>
                <a:lnTo>
                  <a:pt x="1645692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435982">
            <a:off x="14459420" y="6831570"/>
            <a:ext cx="4360053" cy="4114800"/>
          </a:xfrm>
          <a:custGeom>
            <a:avLst/>
            <a:gdLst/>
            <a:ahLst/>
            <a:cxnLst/>
            <a:rect l="l" t="t" r="r" b="b"/>
            <a:pathLst>
              <a:path w="4360053" h="4114800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0652293">
            <a:off x="16983529" y="5751008"/>
            <a:ext cx="1645692" cy="1642700"/>
          </a:xfrm>
          <a:custGeom>
            <a:avLst/>
            <a:gdLst/>
            <a:ahLst/>
            <a:cxnLst/>
            <a:rect l="l" t="t" r="r" b="b"/>
            <a:pathLst>
              <a:path w="1645692" h="1642700">
                <a:moveTo>
                  <a:pt x="0" y="0"/>
                </a:moveTo>
                <a:lnTo>
                  <a:pt x="1645693" y="0"/>
                </a:lnTo>
                <a:lnTo>
                  <a:pt x="1645693" y="1642700"/>
                </a:lnTo>
                <a:lnTo>
                  <a:pt x="0" y="1642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1831725">
            <a:off x="-742937" y="7811340"/>
            <a:ext cx="3125458" cy="3497537"/>
          </a:xfrm>
          <a:custGeom>
            <a:avLst/>
            <a:gdLst/>
            <a:ahLst/>
            <a:cxnLst/>
            <a:rect l="l" t="t" r="r" b="b"/>
            <a:pathLst>
              <a:path w="3125458" h="3497537">
                <a:moveTo>
                  <a:pt x="0" y="0"/>
                </a:moveTo>
                <a:lnTo>
                  <a:pt x="3125458" y="0"/>
                </a:lnTo>
                <a:lnTo>
                  <a:pt x="3125458" y="3497537"/>
                </a:lnTo>
                <a:lnTo>
                  <a:pt x="0" y="3497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3179362" flipH="1" flipV="1">
            <a:off x="15802758" y="-1021471"/>
            <a:ext cx="3125458" cy="3497537"/>
          </a:xfrm>
          <a:custGeom>
            <a:avLst/>
            <a:gdLst/>
            <a:ahLst/>
            <a:cxnLst/>
            <a:rect l="l" t="t" r="r" b="b"/>
            <a:pathLst>
              <a:path w="3125458" h="3497537">
                <a:moveTo>
                  <a:pt x="3125458" y="3497537"/>
                </a:moveTo>
                <a:lnTo>
                  <a:pt x="0" y="3497537"/>
                </a:lnTo>
                <a:lnTo>
                  <a:pt x="0" y="0"/>
                </a:lnTo>
                <a:lnTo>
                  <a:pt x="3125458" y="0"/>
                </a:lnTo>
                <a:lnTo>
                  <a:pt x="3125458" y="349753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5400000">
            <a:off x="3473863" y="7880583"/>
            <a:ext cx="2196274" cy="4114800"/>
          </a:xfrm>
          <a:custGeom>
            <a:avLst/>
            <a:gdLst/>
            <a:ahLst/>
            <a:cxnLst/>
            <a:rect l="l" t="t" r="r" b="b"/>
            <a:pathLst>
              <a:path w="2196274" h="4114800">
                <a:moveTo>
                  <a:pt x="0" y="0"/>
                </a:moveTo>
                <a:lnTo>
                  <a:pt x="2196274" y="0"/>
                </a:lnTo>
                <a:lnTo>
                  <a:pt x="21962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400000" flipH="1" flipV="1">
            <a:off x="12603575" y="-1615907"/>
            <a:ext cx="2196274" cy="4114800"/>
          </a:xfrm>
          <a:custGeom>
            <a:avLst/>
            <a:gdLst/>
            <a:ahLst/>
            <a:cxnLst/>
            <a:rect l="l" t="t" r="r" b="b"/>
            <a:pathLst>
              <a:path w="2196274" h="4114800">
                <a:moveTo>
                  <a:pt x="21962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2196275" y="0"/>
                </a:lnTo>
                <a:lnTo>
                  <a:pt x="2196275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351741" y="-1083926"/>
            <a:ext cx="2440518" cy="2623557"/>
          </a:xfrm>
          <a:custGeom>
            <a:avLst/>
            <a:gdLst/>
            <a:ahLst/>
            <a:cxnLst/>
            <a:rect l="l" t="t" r="r" b="b"/>
            <a:pathLst>
              <a:path w="2440518" h="2623557">
                <a:moveTo>
                  <a:pt x="0" y="0"/>
                </a:moveTo>
                <a:lnTo>
                  <a:pt x="2440518" y="0"/>
                </a:lnTo>
                <a:lnTo>
                  <a:pt x="2440518" y="2623556"/>
                </a:lnTo>
                <a:lnTo>
                  <a:pt x="0" y="2623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 flipV="1">
            <a:off x="12148079" y="8839846"/>
            <a:ext cx="2440518" cy="2623557"/>
          </a:xfrm>
          <a:custGeom>
            <a:avLst/>
            <a:gdLst/>
            <a:ahLst/>
            <a:cxnLst/>
            <a:rect l="l" t="t" r="r" b="b"/>
            <a:pathLst>
              <a:path w="2440518" h="2623557">
                <a:moveTo>
                  <a:pt x="2440517" y="2623557"/>
                </a:moveTo>
                <a:lnTo>
                  <a:pt x="0" y="2623557"/>
                </a:lnTo>
                <a:lnTo>
                  <a:pt x="0" y="0"/>
                </a:lnTo>
                <a:lnTo>
                  <a:pt x="2440517" y="0"/>
                </a:lnTo>
                <a:lnTo>
                  <a:pt x="2440517" y="262355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Simple Dots Presentation</dc:title>
  <cp:lastModifiedBy>Amir Hossein Danesh</cp:lastModifiedBy>
  <cp:revision>2</cp:revision>
  <dcterms:created xsi:type="dcterms:W3CDTF">2006-08-16T00:00:00Z</dcterms:created>
  <dcterms:modified xsi:type="dcterms:W3CDTF">2026-08-10T20:16:34Z</dcterms:modified>
  <dc:identifier>DAHRcuIPKR4</dc:identifier>
</cp:coreProperties>
</file>